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Functional Interface?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Functional Interface in Java is an interface that contains only ONE abstract method.</a:t>
            </a:r>
          </a:p>
          <a:p>
            <a:endParaRPr/>
          </a:p>
          <a:p>
            <a:r>
              <a:t>- It can have default and static methods.</a:t>
            </a:r>
          </a:p>
          <a:p>
            <a:r>
              <a:t>- Marked with @FunctionalInterface (optional).</a:t>
            </a:r>
          </a:p>
          <a:p>
            <a:endParaRPr/>
          </a:p>
          <a:p>
            <a:r>
              <a:t>Used with Lambda Expressions and Stream API.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Lambda Expression?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Lambda Expression is a short block of code which takes in parameters and returns a value.</a:t>
            </a:r>
          </a:p>
          <a:p>
            <a:endParaRPr/>
          </a:p>
          <a:p>
            <a:r>
              <a:t>Syntax: (parameters) -&gt; expression or block</a:t>
            </a:r>
          </a:p>
          <a:p>
            <a:endParaRPr/>
          </a:p>
          <a:p>
            <a:r>
              <a:t>Example:</a:t>
            </a:r>
          </a:p>
          <a:p>
            <a:r>
              <a:t>Runnable r = () -&gt; System.out.println("Hello World");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Functional Interface with Lambda?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Create a Functional Interface</a:t>
            </a:r>
          </a:p>
          <a:p>
            <a:r>
              <a:t>@FunctionalInterface</a:t>
            </a:r>
          </a:p>
          <a:p>
            <a:r>
              <a:t>interface Greet { void sayHello(String name); }</a:t>
            </a:r>
          </a:p>
          <a:p>
            <a:endParaRPr/>
          </a:p>
          <a:p>
            <a:r>
              <a:t>Step 2: Use Lambda Expression</a:t>
            </a:r>
          </a:p>
          <a:p>
            <a:r>
              <a:t>Greet g = (name) -&gt; System.out.println("Hello " + name);</a:t>
            </a:r>
          </a:p>
          <a:p>
            <a:r>
              <a:t>g.sayHello("Yash");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Advantages of Functional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477"/>
            <a:ext cx="8229600" cy="3633686"/>
          </a:xfrm>
        </p:spPr>
        <p:txBody>
          <a:bodyPr/>
          <a:lstStyle/>
          <a:p>
            <a:r>
              <a:rPr dirty="0"/>
              <a:t>- Enables use of Lambda expressions</a:t>
            </a:r>
          </a:p>
          <a:p>
            <a:r>
              <a:rPr dirty="0"/>
              <a:t>- Reduces boilerplate code</a:t>
            </a:r>
          </a:p>
          <a:p>
            <a:r>
              <a:rPr dirty="0"/>
              <a:t>- Enhances readability and simplicity</a:t>
            </a:r>
          </a:p>
          <a:p>
            <a:r>
              <a:rPr dirty="0"/>
              <a:t>- Useful in Streams and collection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Types of Functional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699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1. Consumer&lt;T&gt; - takes input, returns nothing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  </a:t>
            </a:r>
            <a:r>
              <a:rPr dirty="0"/>
              <a:t> Example: Consumer&lt;String&gt; c = x -&gt; </a:t>
            </a:r>
            <a:r>
              <a:rPr dirty="0" err="1"/>
              <a:t>System.out.println</a:t>
            </a:r>
            <a:r>
              <a:rPr dirty="0"/>
              <a:t>(x);</a:t>
            </a:r>
          </a:p>
          <a:p>
            <a:endParaRPr dirty="0"/>
          </a:p>
          <a:p>
            <a:r>
              <a:rPr dirty="0"/>
              <a:t>2. Supplier&lt;T&gt; - returns a value, takes nothing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  </a:t>
            </a:r>
            <a:r>
              <a:rPr dirty="0"/>
              <a:t> Example: Supplier&lt;Double&gt; s = () -&gt; </a:t>
            </a:r>
            <a:r>
              <a:rPr dirty="0" err="1"/>
              <a:t>Math.random</a:t>
            </a:r>
            <a:r>
              <a:rPr dirty="0"/>
              <a:t>();</a:t>
            </a:r>
          </a:p>
          <a:p>
            <a:endParaRPr dirty="0"/>
          </a:p>
          <a:p>
            <a:r>
              <a:rPr dirty="0"/>
              <a:t>3. Function&lt;T,R&gt; - takes input, returns output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   </a:t>
            </a:r>
            <a:r>
              <a:rPr dirty="0"/>
              <a:t> Example: Function&lt;Integer, String&gt; f = x -&gt; "Value: " + x;</a:t>
            </a:r>
          </a:p>
          <a:p>
            <a:endParaRPr dirty="0"/>
          </a:p>
          <a:p>
            <a:r>
              <a:rPr dirty="0"/>
              <a:t>4. Predicate&lt;T&gt; - returns true/false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   Example: Predicate&lt;String&gt; p = x -&gt; </a:t>
            </a:r>
            <a:r>
              <a:rPr dirty="0" err="1"/>
              <a:t>x.length</a:t>
            </a:r>
            <a:r>
              <a:rPr dirty="0"/>
              <a:t>() &gt; 5;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Functional Interface extending another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4665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- A Functional Interface can extend another interface if:</a:t>
            </a:r>
          </a:p>
          <a:p>
            <a:r>
              <a:rPr dirty="0"/>
              <a:t>  → It does not introduce another abstract method.</a:t>
            </a:r>
          </a:p>
          <a:p>
            <a:r>
              <a:rPr dirty="0"/>
              <a:t>  → Combined abstract methods still total only ONE.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sz="2800" dirty="0"/>
              <a:t>interface</a:t>
            </a:r>
            <a:r>
              <a:rPr dirty="0"/>
              <a:t> A { void </a:t>
            </a:r>
            <a:r>
              <a:rPr dirty="0" err="1"/>
              <a:t>methodA</a:t>
            </a:r>
            <a:r>
              <a:rPr dirty="0"/>
              <a:t>(); }</a:t>
            </a:r>
          </a:p>
          <a:p>
            <a:r>
              <a:rPr dirty="0"/>
              <a:t>@FunctionalInterface</a:t>
            </a:r>
          </a:p>
          <a:p>
            <a:r>
              <a:rPr dirty="0"/>
              <a:t>interface B extends A {}  // valid</a:t>
            </a:r>
          </a:p>
          <a:p>
            <a:endParaRPr dirty="0"/>
          </a:p>
          <a:p>
            <a:r>
              <a:rPr dirty="0"/>
              <a:t>But if A and B both have different abstract methods → Not Functional.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370</Words>
  <Application>Microsoft Office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What is Functional Interface?</vt:lpstr>
      <vt:lpstr>What is Lambda Expression?</vt:lpstr>
      <vt:lpstr>How to use Functional Interface with Lambda?</vt:lpstr>
      <vt:lpstr>Advantages of Functional Interfaces</vt:lpstr>
      <vt:lpstr>Types of Functional Interfaces</vt:lpstr>
      <vt:lpstr>Handling Functional Interface extending another Interface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 srinivas</cp:lastModifiedBy>
  <cp:revision>2</cp:revision>
  <dcterms:created xsi:type="dcterms:W3CDTF">2013-01-27T09:14:16Z</dcterms:created>
  <dcterms:modified xsi:type="dcterms:W3CDTF">2025-06-12T18:50:44Z</dcterms:modified>
  <cp:category/>
</cp:coreProperties>
</file>